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REDROB HACKATHON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Intelligent Candidate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Discovery &amp; Ranking Engine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0D6"/>
                </a:solidFill>
              </a:rPr>
              <a:t>A hybrid multi-signal scoring system that ranks candidates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A8C0D6"/>
                </a:solidFill>
              </a:rPr>
              <a:t>the way a great recruiter would — not by keywords, but by fit.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914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0D6"/>
                </a:solidFill>
              </a:rPr>
              <a:t>Architecture  ·  Scoring Logic  ·  Anti-Pattern Detection  · 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A94"/>
                </a:solidFill>
              </a:rPr>
              <a:t>Submission ·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The Problem With Keyword Matching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4300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❌  The Keyword Stuffer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572768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 profile with 'RAG', 'Pinecone', 'FAISS' listed as expert skills — all with 0 months duration. Current title: Marketing Manager.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Traditional keyword search ranks this #1.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14300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⚠️  The Ghost Candidate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55848" y="1572768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Perfect ML engineer profile — 7yr at product companies, FAISS + embeddings shipped to production.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Hasn't logged in for 8 months. 4% recruiter response rate. Effectively unreachable.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14300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✅  The Hidden Gem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36208" y="1572768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Built a recommendation system at Swiggy. Descriptions mention 'FAISS index', 'dense retrieval', 'A/B tested ranking'.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 skill labeled 'RAG' — keyword search misses them entirely.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Our system correctly ranks the Hidden Gem #1, the Ghost Candidate lower, and the Keyword Stuffer near zero.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74904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1. 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Candidates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" y="157276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JSONL / JSONL.gz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100K profiles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56232" y="178308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112" y="91440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93976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2. Honeypot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Filter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93976" y="157276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Date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Duration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YoE consistency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75304" y="178308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8184" y="91440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13048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3. Multi-Signal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Scorer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157276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components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 behavioral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multiplier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94376" y="178308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7256" y="91440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4. Sort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Rank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157276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 desc.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Tie-break by 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13448" y="1783080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6328" y="91440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51192" y="1005840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5. 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51192" y="1572768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Top 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 reasoning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Compute Profile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381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⏱  Runtime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~90 seconds for 100K candidates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410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🧠  Memory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&lt; 1 GB RAM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3814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💻  Compute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CPU only — no GPU, no network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8862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94106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📦  Dependencies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Python stdlib only (json, csv, gzip, math, datetime)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Scoring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Title / Role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896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30%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83280" y="969264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969264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8961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Is this an AI/ML/IR engineering career? Marketing Manager with AI skills → 0.05. Decisive anti-stuffer signal.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Skill Depth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27632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27632"/>
            <a:ext cx="2560320" cy="219456"/>
          </a:xfrm>
          <a:prstGeom prst="roundRect">
            <a:avLst>
              <a:gd name="adj" fmla="val 208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5544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Production embeddings, vector DBs, ranking systems. Requires duration &gt; 0 + endorsements to be trusted. Zero-duration expert skills are penalized.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Experience Arc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2128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18%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286000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28600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2128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Sweet spot: 5-9 years. Services-company ratio penalized. Short tenures (&lt; 18mo average) flagged as title-chasers.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712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Career Narrative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8712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944368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944368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8712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NLP scan of job description text for production AI signals ('FAISS index', 'A/B tested', 'shipped to production'). Catches Tier 5 candidates keyword search misses.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529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5295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7%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602736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602736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52958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India tier-1 preferred: Pune, Noida, Hyderabad, Bangalore, Delhi NCR. Outside India down-weighted unless relocatable.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Education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4187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261104"/>
            <a:ext cx="2743200" cy="219456"/>
          </a:xfrm>
          <a:prstGeom prst="roundRect">
            <a:avLst>
              <a:gd name="adj" fmla="val 208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4261104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4187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Institution tier (1-4) + field bonus for CS/ML/Statistics. Lighter weight — experience matters more.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773168"/>
            <a:ext cx="8229600" cy="3657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× Behavioral Multiplier (0.5 – 1.3) applied to base score: engagement, recency, notice period, GitHub activity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Behavioral Multiplier — Why Signals Matter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Great-on-paper candidates who are unreachable are, for hiring purposes, not available.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We apply a multiplier (not additive) so behavioral signals can't be gamed by stuffing other fields.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184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Availability (35%)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open_to_work_flag → +0.3 bonus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notice_period_days ≤ 30 → +0.2 bonus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notice &gt; 90 days → −0.1 penalty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3558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Recency (30%)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Active ≤ 30 days → score 1.0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Active ≤ 90 days → score 0.7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Active &gt; 180 days → score 0.1 (penalised heavily)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6184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Engagement (20%)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9659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recruiter_response_rate (0–1) × 0.4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avg_response_time_hours (lower = better) × 0.3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interview_completion_rate × 0.3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3558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Platform Quality (15%)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37033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profile_completeness_score / 100 × 0.4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github_activity_score / 100 × 0.35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saved_by_recruiters_30d (capped 20) × 0.25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Final multiplier maps to [0.5, 1.3] — an engaged candidate can boost their base score by 30%; a ghost candidate halves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Anti-Pattern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 JD is explicit about disqualifiers. We hard-code them as scoring rules.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🕵️  Honeypot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645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Expert skills with duration_months = 0 (≥ 5 → disqualified)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956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start/end date inconsistency vs. duration_months (&gt; 2.5× discrepancy)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2267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Claimed YoE &gt; career months + 5 years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Score → 0.0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🔑  Keyword Stuffer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520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Title check runs before skill scoring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38313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'Marketing Manager' with AI skills → title score 0.05 → final score &lt; 0.01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4142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Anti-title list: 20+ non-engineering roles explicitly flagged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Score → near zero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🏢  Pure Services Career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1645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TCS, Infosys, Wipro, Accenture, Cognizant, Capgemini, HCL, Tech Mahindra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1956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services_months / total_months ratio computed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73752" y="2267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≥ 85% services → 0.4× career penalty; ≥ 50% → 0.7× penalty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18888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Score × 0.4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👤  Title Chaser / Short Tenures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520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Average tenure per role computed across career history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73752" y="38313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&lt; 18 months average → tenure_score penalised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73752" y="4142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Signals instability; JD wants someone staying 3+ years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Exp score −20%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Sample Results — Top Candidates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Tested on sample_candidates.json (50 profiles). Scores reflect the full 6-component + multiplier pipeline.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640080"/>
                <a:gridCol w="2926080"/>
                <a:gridCol w="45720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Title &amp; Company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YoE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Signal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0.992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Recommendation Systems Eng. @ Swiggy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FAISS + Pinecone in production; Hyderabad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0.696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Backend Engineer @ Mindtree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NLP + LLM fine-tuning skills; Canada 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0.518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Software Engineer @ Razorpay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Qdrant + PyTorch; Kerala; 90d notice 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0.482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Frontend Eng. @ Zomato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FAISS + OpenSearch skills; not open-to-work ↓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0.440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Software Engineer @ Acme Corp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Strong education; US-based ↓; low skill depth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Project Manager @ Initech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❌ Title disqualifier — non-engineering role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Project Manager @ TCS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❌ Title disqualifier — non-engineering role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0.005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Business Analyst @ Infosys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❌ Title disqualifier — non-engineering role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↓ = penalized signal highlighted in reasoning column of actual submission CSV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Reasoning Quality — Stage 4 Compliance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Stage 4 manual review checks 6 criteria. Our reasoning engine is built around them.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✅  Specific facts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Cites YoE, current title, named skills, company, notice period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✅  JD connection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References JD requirements: production, India location, AI/ML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✅  Honest concerns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Explicitly calls out: 90d notice, not open-to-work, wrong location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✅  No hallucination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81728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Only facts from candidate's own profile fields — no inference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24028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✅  Variation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81728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Each reasoning generated from live candidate data — never templated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33756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✅  Rank consistency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81728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High-rank candidates get positive tone; low-rank get explicit caveats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Example: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"6yr Recommendation Systems Engineer at Swiggy; relevant skills: MLflow, FAISS, Pinecone. Concerns: 60d notice period."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Running &amp; Submitting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1.  Install (optional)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 # optional, ranker needs no deps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2.  Run the ranker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rank.py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--candidates candidates.jsonl.gz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team_xxx.csv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3.  Validate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validate_submission.py team_xxx.csv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Submission is valid.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4.  Submit via portal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324612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Upload: team_xxx.csv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submission_metadata.yaml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GitHub repo link + sandbox link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A94"/>
                </a:solidFill>
              </a:rPr>
              <a:t>Files to submit: team_xxx.csv  ·  submission_metadata.yaml  ·  GitHub repo (rank.py + app.py + README)  ·  Sandbox link (HF Spaces / Streamlit)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7A6F"/>
          </a:solidFill>
          <a:ln w="12700">
            <a:solidFill>
              <a:srgbClr val="0A7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pure Python ranker with zero external dependencies — runs in ~90 seconds on any CPU.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Six scoring components that model how a senior recruiter reads a profile — not keyword matching.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behavioral multiplier that down-weights unreachable candidates regardless of how good their CV 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Explicit honeypot, keyword-stuffer, and services-career detection — built from the JD's own disqualifier language.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Specific, honest, rank-consistent reasoning strings for every candidate — Stage 4 ready.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Streamlit sandbox and full GitHub repo for Stage 3 code reproduction.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8046720" cy="54864"/>
          </a:xfrm>
          <a:prstGeom prst="rect">
            <a:avLst/>
          </a:prstGeom>
          <a:solidFill>
            <a:srgbClr val="0A7A6F"/>
          </a:solidFill>
          <a:ln w="12700">
            <a:solidFill>
              <a:srgbClr val="0A7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FBF1"/>
                </a:solidFill>
              </a:rPr>
              <a:t>Hire smart. Rank honest. Ship fast.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Intelligent Candidate Ranking Engine</dc:title>
  <dc:subject>PptxGenJS Presentation</dc:subject>
  <dc:creator>Hackathon Team</dc:creator>
  <cp:lastModifiedBy>Hackathon Team</cp:lastModifiedBy>
  <cp:revision>1</cp:revision>
  <dcterms:created xsi:type="dcterms:W3CDTF">2026-06-16T22:03:25Z</dcterms:created>
  <dcterms:modified xsi:type="dcterms:W3CDTF">2026-06-16T22:03:25Z</dcterms:modified>
</cp:coreProperties>
</file>